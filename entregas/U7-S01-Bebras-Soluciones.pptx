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Cuesta 9 monedas (el mínimo). Inicio → B → E → C → A → D → Inicio o al revés: Inicio → D → A → C → E → B → Inicio</a:t>
            </a:r>
          </a:p>
          <a:p>
            <a:r>
              <a:t>Optimización: los pueblos son «nodos» y los caminos «bordes»; buscamos visitar todos una sola vez con el menor costo.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¡Suben 8 castores! 1.er viaje: 2 + 3 + 5 + 8 + 12 = 30 kg 2.° viaje: 9 + 9 + 12 = 30 kg</a:t>
            </a:r>
          </a:p>
          <a:p>
            <a:r>
              <a:t>Heurística: empezamos por los más livianos y luego intercambiamos (el de 9 kg por el de 12 kg) para aprovechar los 30 kg.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código es 7 4 8</a:t>
            </a:r>
          </a:p>
          <a:p>
            <a:r>
              <a:t>Lógica: cada pista es una regla que la respuesta debe cumplir. El 8 va 3.°, el 7 va 1.° y el 4 va en medio.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8CC63F"/>
                </a:solidFill>
                <a:latin typeface="Arial"/>
              </a:rPr>
              <a:t>CIENCIA Y TECNOLOGÍA · 6.° GRADO · UNIDAD 7 · SESIÓN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Retos Bebras 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ACC15"/>
                </a:solidFill>
                <a:latin typeface="Arial"/>
              </a:rPr>
              <a:t>Soluciones para la docente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🔒 Solo para tu proyección después de que los estudiantes intenten cada desafío.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Fuente: «Los retos del castor #3» · Bebras Perú.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Desafío 1 · El camino más barato   ·   👤 Individual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Unidad 7 · Sesión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11460175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20095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Arial"/>
              </a:rPr>
              <a:t>Un castor quiere visitar a todos sus amigos en los pueblos A, B, C, D y E en transporte público.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Arial"/>
              </a:rPr>
              <a:t>Va a visitar a todos sus amigos en un solo viaje, sin visitar un pueblo más de una vez, y regresando a casa al final del viaje.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Arial"/>
              </a:rPr>
              <a:t>El precio de cada camino se muestra con monedas.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475569"/>
                </a:solidFill>
                <a:latin typeface="Arial"/>
              </a:rPr>
              <a:t>Un posible recorrido que cuesta 11 monedas es: Inicio → B → E → A → D → C → Inicio.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394960"/>
            <a:ext cx="11460175" cy="128016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94960"/>
            <a:ext cx="1100297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9A3412"/>
                </a:solidFill>
                <a:latin typeface="Arial"/>
              </a:rPr>
              <a:t>🦫 Encuentra un orden de visitas que le cueste al castor la menor cantidad de monedas posible. ¡Puede haber varias soluciones!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Desafío 1 · El camino más barato   ·   👤 Individual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Unidad 7 · Sesión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3524" y="978408"/>
            <a:ext cx="10504646" cy="47183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676" y="1051560"/>
            <a:ext cx="10358342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5806440"/>
            <a:ext cx="11460175" cy="9144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100297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A3412"/>
                </a:solidFill>
                <a:latin typeface="Arial"/>
              </a:rPr>
              <a:t>🦫 Encuentra un orden de visitas que le cueste al castor la menor cantidad de monedas posible. ¡Puede haber varias soluciones!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✅ Solución · Desafío 1 · El camino más barato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Unidad 7 · Sesión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937760" cy="2651760"/>
          </a:xfrm>
          <a:prstGeom prst="round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457200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Cuesta 9 monedas (el mínimo).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Inicio → B → E → C → A → D → Inicio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o al revés: Inicio → D → A → C → E → B → Inicio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86200"/>
            <a:ext cx="4937760" cy="27432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977639"/>
            <a:ext cx="45720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78350F"/>
                </a:solidFill>
                <a:latin typeface="Arial"/>
              </a:rPr>
              <a:t>💡 ¿Por qué es pensamiento computacional?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78350F"/>
                </a:solidFill>
                <a:latin typeface="Arial"/>
              </a:rPr>
              <a:t>Optimización: los pueblos son «nodos» y los caminos «bordes»; buscamos visitar todos una sola vez con el menor costo.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50408" y="1928507"/>
            <a:ext cx="6364224" cy="382394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l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001659"/>
            <a:ext cx="6217920" cy="36776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Desafío 2 · El ascensor   ·   👫 En pareja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Unidad 7 · Sesión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11460175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20095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93B"/>
                </a:solidFill>
                <a:latin typeface="Arial"/>
              </a:rPr>
              <a:t>Un grupo de castores está visitando un parque y quiere tomar el ascensor hasta el mirador.</a:t>
            </a:r>
          </a:p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93B"/>
                </a:solidFill>
                <a:latin typeface="Arial"/>
              </a:rPr>
              <a:t>Pero es tarde y el ascensor solo sube dos veces.</a:t>
            </a:r>
          </a:p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93B"/>
                </a:solidFill>
                <a:latin typeface="Arial"/>
              </a:rPr>
              <a:t>El ascensor tiene una capacidad de carga de 30 kg (cada castor con su equipaje).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394960"/>
            <a:ext cx="11460175" cy="128016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94960"/>
            <a:ext cx="1100297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9A3412"/>
                </a:solidFill>
                <a:latin typeface="Arial"/>
              </a:rPr>
              <a:t>🦫 ¿Cómo podemos repartir a los castores entre los dos viajes del ascensor para que suban tantos castores como sea posible?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Desafío 2 · El ascensor   ·   👫 En pareja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Unidad 7 · Sesión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05287" y="978408"/>
            <a:ext cx="6781121" cy="47183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439" y="1051560"/>
            <a:ext cx="6634817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5806440"/>
            <a:ext cx="11460175" cy="9144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100297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A3412"/>
                </a:solidFill>
                <a:latin typeface="Arial"/>
              </a:rPr>
              <a:t>🦫 ¿Cómo podemos repartir a los castores entre los dos viajes del ascensor para que suban tantos castores como sea posible?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✅ Solución · Desafío 2 · El ascensor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Unidad 7 · Sesión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937760" cy="2651760"/>
          </a:xfrm>
          <a:prstGeom prst="round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457200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¡Suben 8 castores!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1.er viaje: 2 + 3 + 5 + 8 + 12 = 30 kg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2.° viaje: 9 + 9 + 12 = 30 kg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86200"/>
            <a:ext cx="4937760" cy="27432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977639"/>
            <a:ext cx="45720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78350F"/>
                </a:solidFill>
                <a:latin typeface="Arial"/>
              </a:rPr>
              <a:t>💡 ¿Por qué es pensamiento computacional?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78350F"/>
                </a:solidFill>
                <a:latin typeface="Arial"/>
              </a:rPr>
              <a:t>Heurística: empezamos por los más livianos y luego intercambiamos (el de 9 kg por el de 12 kg) para aprovechar los 30 kg.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50408" y="1910971"/>
            <a:ext cx="6364224" cy="385901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l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984123"/>
            <a:ext cx="6217920" cy="37127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Desafío 3 · El código secreto   ·   🏫 Toda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Unidad 7 · Sesión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11460175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20095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93B"/>
                </a:solidFill>
                <a:latin typeface="Arial"/>
              </a:rPr>
              <a:t>José tiene una cueva donde ha escondido todos sus tesoros.</a:t>
            </a:r>
          </a:p>
          <a:p>
            <a:pPr algn="l">
              <a:spcAft>
                <a:spcPts val="600"/>
              </a:spcAft>
            </a:pPr>
            <a:r>
              <a:rPr sz="3200" b="1">
                <a:solidFill>
                  <a:srgbClr val="1E293B"/>
                </a:solidFill>
                <a:latin typeface="Arial"/>
              </a:rPr>
              <a:t>Desafortunadamente, olvidó el código de 3 dígitos de la alarma. Por si acaso, había escrito unas pistas.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394960"/>
            <a:ext cx="11460175" cy="128016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94960"/>
            <a:ext cx="1100297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9A3412"/>
                </a:solidFill>
                <a:latin typeface="Arial"/>
              </a:rPr>
              <a:t>🦫 ¿Cuál es el código correcto?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Desafío 3 · El código secreto   ·   🏫 Toda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Unidad 7 · Sesión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11460175" cy="100584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371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D4ED8"/>
                </a:solidFill>
                <a:latin typeface="Arial"/>
              </a:rPr>
              <a:t>Pista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161288"/>
            <a:ext cx="621792" cy="786384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161288"/>
            <a:ext cx="621792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3472" y="1161288"/>
            <a:ext cx="621792" cy="786384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1161288"/>
            <a:ext cx="621792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1161288"/>
            <a:ext cx="621792" cy="786384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4" y="1161288"/>
            <a:ext cx="621792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051560"/>
            <a:ext cx="7589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E293B"/>
                </a:solidFill>
                <a:latin typeface="Arial"/>
              </a:rPr>
              <a:t>Solo uno de estos dígitos es correcto, pero está en la posición incorrecta.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194560"/>
            <a:ext cx="11460175" cy="100584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94560"/>
            <a:ext cx="1371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D4ED8"/>
                </a:solidFill>
                <a:latin typeface="Arial"/>
              </a:rPr>
              <a:t>Pista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2304288"/>
            <a:ext cx="621792" cy="786384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304288"/>
            <a:ext cx="621792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33472" y="2304288"/>
            <a:ext cx="621792" cy="786384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2304288"/>
            <a:ext cx="621792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2304288"/>
            <a:ext cx="621792" cy="786384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46704" y="2304288"/>
            <a:ext cx="621792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194560"/>
            <a:ext cx="7589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E293B"/>
                </a:solidFill>
                <a:latin typeface="Arial"/>
              </a:rPr>
              <a:t>Dos de estos dígitos son correctos, pero están en la posición incorrecta.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337560"/>
            <a:ext cx="11460175" cy="100584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337560"/>
            <a:ext cx="1371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D4ED8"/>
                </a:solidFill>
                <a:latin typeface="Arial"/>
              </a:rPr>
              <a:t>Pista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0240" y="3447288"/>
            <a:ext cx="621792" cy="786384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3447288"/>
            <a:ext cx="621792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33472" y="3447288"/>
            <a:ext cx="621792" cy="786384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33472" y="3447288"/>
            <a:ext cx="621792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46704" y="3447288"/>
            <a:ext cx="621792" cy="786384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46704" y="3447288"/>
            <a:ext cx="621792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3337560"/>
            <a:ext cx="7589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E293B"/>
                </a:solidFill>
                <a:latin typeface="Arial"/>
              </a:rPr>
              <a:t>Solo uno de estos dígitos es correcto, pero está en la posición incorrecta.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480560"/>
            <a:ext cx="11460175" cy="100584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480560"/>
            <a:ext cx="1371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D4ED8"/>
                </a:solidFill>
                <a:latin typeface="Arial"/>
              </a:rPr>
              <a:t>Pista 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4590288"/>
            <a:ext cx="621792" cy="786384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0240" y="4590288"/>
            <a:ext cx="621792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33472" y="4590288"/>
            <a:ext cx="621792" cy="786384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33472" y="4590288"/>
            <a:ext cx="621792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46704" y="4590288"/>
            <a:ext cx="621792" cy="786384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6704" y="4590288"/>
            <a:ext cx="621792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4480560"/>
            <a:ext cx="7589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E293B"/>
                </a:solidFill>
                <a:latin typeface="Arial"/>
              </a:rPr>
              <a:t>Solo uno de estos dígitos es correcto y está en la posición correcta.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5669280"/>
            <a:ext cx="11460175" cy="9144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669280"/>
            <a:ext cx="1100297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9A3412"/>
                </a:solidFill>
                <a:latin typeface="Arial"/>
              </a:rPr>
              <a:t>🦫 ¿Cuál es el código correcto?   ? ?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✅ Solución · Desafío 3 · El código secreto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Unidad 7 · Sesión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937760" cy="2651760"/>
          </a:xfrm>
          <a:prstGeom prst="round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457200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El código es 7 4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86200"/>
            <a:ext cx="4937760" cy="27432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977639"/>
            <a:ext cx="45720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78350F"/>
                </a:solidFill>
                <a:latin typeface="Arial"/>
              </a:rPr>
              <a:t>💡 ¿Por qué es pensamiento computacional?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78350F"/>
                </a:solidFill>
                <a:latin typeface="Arial"/>
              </a:rPr>
              <a:t>Lógica: cada pista es una regla que la respuesta debe cumplir. El 8 va 3.°, el 7 va 1.° y el 4 va en medio.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50408" y="2043747"/>
            <a:ext cx="6364224" cy="359346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l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116899"/>
            <a:ext cx="6217920" cy="34471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🪞 ¿Qué estrategia nos ayudó más?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8CC63F"/>
                </a:solidFill>
                <a:latin typeface="Arial"/>
              </a:rPr>
              <a:t>Probar y comparar · Empezar por lo más fácil · Usar las pistas una por una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